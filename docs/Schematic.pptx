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8" r:id="rId2"/>
  </p:sldIdLst>
  <p:sldSz cx="12192000" cy="6858000"/>
  <p:notesSz cx="6810375" cy="9942513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80" autoAdjust="0"/>
    <p:restoredTop sz="94660"/>
  </p:normalViewPr>
  <p:slideViewPr>
    <p:cSldViewPr snapToGrid="0">
      <p:cViewPr varScale="1">
        <p:scale>
          <a:sx n="120" d="100"/>
          <a:sy n="120" d="100"/>
        </p:scale>
        <p:origin x="120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66C0C9-4AE2-68B2-0149-A9A26B304D4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2BED86A-A7CD-5E39-D5CB-204237ACD43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19EC26A-62B0-F24E-D37A-4FCE089D0A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6BBECA-792B-4310-9475-158B35DFAFC9}" type="datetimeFigureOut">
              <a:rPr lang="en-GB" smtClean="0"/>
              <a:t>17/07/2026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B858A92-A107-D635-1CFB-BA1D1E8A6A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6476A1E-EBCC-16DB-1C7E-C71E37FA53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AB06A1-8AAB-40B6-8A99-E78DC0D8AB0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6427722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60723B-C7BD-9F24-9EB2-C06579621D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DBCC81-1AEB-919E-9014-E651BA5A50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4439777-5088-B603-631B-C60992AEE5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6BBECA-792B-4310-9475-158B35DFAFC9}" type="datetimeFigureOut">
              <a:rPr lang="en-GB" smtClean="0"/>
              <a:t>17/07/2026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E0A3D40-8513-1E2E-1F30-BE2A74A289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EE063C6-75CC-27A2-66F2-19DC7127AA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AB06A1-8AAB-40B6-8A99-E78DC0D8AB0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301327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42593F-5E02-1DBE-8037-B53BB586E0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550F045-A412-F438-630D-C7F2F5F0A4E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D2DDF61-2BCA-62D7-1A9E-D3C1978035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6BBECA-792B-4310-9475-158B35DFAFC9}" type="datetimeFigureOut">
              <a:rPr lang="en-GB" smtClean="0"/>
              <a:t>17/07/2026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CF05C08-11D7-FA73-3DC5-1B8E6B21AF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67F9674-8467-36AD-277C-D5CED59D34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AB06A1-8AAB-40B6-8A99-E78DC0D8AB0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4088626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4C4DD5-63CC-36E7-5933-D61E5909A4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801AF7-ABF5-363F-26FB-DD5FE9D6556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10DE51C-529A-DBE1-794F-01A9B2E3E3F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1BFBB05-54BF-ECA9-72B5-F206B6A9C2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6BBECA-792B-4310-9475-158B35DFAFC9}" type="datetimeFigureOut">
              <a:rPr lang="en-GB" smtClean="0"/>
              <a:t>17/07/2026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F9F881E-3FF0-254C-6ED8-DD2328AACD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04F1ABB-3520-DC09-E156-0656670D0D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AB06A1-8AAB-40B6-8A99-E78DC0D8AB0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45323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55C70E-376A-675F-E406-8809315B9F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A4A2FA4-5A3F-74AB-A6B0-19BC1EF760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BFF6001-B4CA-68FE-5CC9-2E2E8108C7D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1F3CBEE-93E0-30CF-7819-0DD971B15BA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8E4694E-9443-AF91-CF59-597876CF399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2D3226E-9E81-4FDB-16E2-F2133C0B95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6BBECA-792B-4310-9475-158B35DFAFC9}" type="datetimeFigureOut">
              <a:rPr lang="en-GB" smtClean="0"/>
              <a:t>17/07/2026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8F2CBF4-B01C-0DA6-773F-EB9AB44995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B0897AE-FA78-A96A-7A78-282BCC451C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AB06A1-8AAB-40B6-8A99-E78DC0D8AB0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812560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E8A84C-D922-1DD2-0ECF-EFBDCDD7A0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89ECE3D-C104-B59E-FD34-DA25E9E417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6BBECA-792B-4310-9475-158B35DFAFC9}" type="datetimeFigureOut">
              <a:rPr lang="en-GB" smtClean="0"/>
              <a:t>17/07/2026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C573CD2-18C1-03A4-FB8B-D27AE45B05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A3C4DCE-FB30-22D2-7AC9-E5CF3970C5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AB06A1-8AAB-40B6-8A99-E78DC0D8AB0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522672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D4DC1A7-6B71-B30A-6278-D2B5F70832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6BBECA-792B-4310-9475-158B35DFAFC9}" type="datetimeFigureOut">
              <a:rPr lang="en-GB" smtClean="0"/>
              <a:t>17/07/2026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149C8CD-DDDF-CB37-BDB5-5572419E70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82109C2-9E82-1D70-F8FC-0FF9377702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AB06A1-8AAB-40B6-8A99-E78DC0D8AB0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2914200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13D6A1-C674-596C-7C2C-0AE7A8CA8D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03C664-372B-DF4F-0785-E825392C408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7F05A0A-6D31-BD3A-0CB4-22D9BEB84BF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1FF871F-0AD0-1574-9A5C-1493EDD25F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6BBECA-792B-4310-9475-158B35DFAFC9}" type="datetimeFigureOut">
              <a:rPr lang="en-GB" smtClean="0"/>
              <a:t>17/07/2026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030B4B2-E085-FCDA-A1F1-1974D1ECB4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28B0990-D74B-79B4-1A89-1D3C21669E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AB06A1-8AAB-40B6-8A99-E78DC0D8AB0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225078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3AE6A0-2C79-E8FA-D95C-C95C1D371E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411A9A6-74C4-1FA9-995C-EC89F46DC7E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B6C9E6B-6A04-2689-5548-B4F95033FE9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07E1348-6A1A-E378-09EA-174BF2CDFC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6BBECA-792B-4310-9475-158B35DFAFC9}" type="datetimeFigureOut">
              <a:rPr lang="en-GB" smtClean="0"/>
              <a:t>17/07/2026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5F8DB0E-6E8F-0F1C-1610-B3E723E831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CB33EC1-37E9-B8F8-E59F-F433BE921E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AB06A1-8AAB-40B6-8A99-E78DC0D8AB0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804484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348113-76AD-C6F5-BFB7-A772A334C9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D73CC76-39F8-6433-F2F5-63BFDB7FFBA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329E19B-5AB8-5ABA-4A27-02FDD9AC13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6BBECA-792B-4310-9475-158B35DFAFC9}" type="datetimeFigureOut">
              <a:rPr lang="en-GB" smtClean="0"/>
              <a:t>17/07/2026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1A974DF-5C47-7ECD-C42E-BEC92D4E5D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8C576D9-0CBF-580C-9553-807A2411F7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AB06A1-8AAB-40B6-8A99-E78DC0D8AB0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7175725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00231B9-7628-FB65-D5D8-11016E5B220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7E82104-8F9F-0485-109B-A99FB380FAD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46C78B7-E615-F74D-6B0D-30DBE849FE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6BBECA-792B-4310-9475-158B35DFAFC9}" type="datetimeFigureOut">
              <a:rPr lang="en-GB" smtClean="0"/>
              <a:t>17/07/2026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FFE23A-E9F4-28E8-989B-D51DAFAF6E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3446B3-61C5-9ED3-1A5D-ACA792A3CE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AB06A1-8AAB-40B6-8A99-E78DC0D8AB0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8048797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EAB328D-C6D4-46B3-D3A4-5D4F832C33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4AD4ED1-39CF-06EA-2539-EDD2FDB6FF9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54F9A41-3D17-EF75-520A-E044F82FE29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46BBECA-792B-4310-9475-158B35DFAFC9}" type="datetimeFigureOut">
              <a:rPr lang="en-GB" smtClean="0"/>
              <a:t>17/07/2026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F5421E0-EBBE-2F21-A102-D3F3F46D32B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A90060F-4D27-662D-EE2B-AFCD24E6AF5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AAB06A1-8AAB-40B6-8A99-E78DC0D8AB0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1705958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angle 23">
            <a:extLst>
              <a:ext uri="{FF2B5EF4-FFF2-40B4-BE49-F238E27FC236}">
                <a16:creationId xmlns:a16="http://schemas.microsoft.com/office/drawing/2014/main" id="{1E98FDCA-671F-A432-8AC2-CDC3B1D2BA32}"/>
              </a:ext>
            </a:extLst>
          </p:cNvPr>
          <p:cNvSpPr/>
          <p:nvPr/>
        </p:nvSpPr>
        <p:spPr>
          <a:xfrm>
            <a:off x="4602556" y="3607101"/>
            <a:ext cx="3706238" cy="2771001"/>
          </a:xfrm>
          <a:custGeom>
            <a:avLst/>
            <a:gdLst>
              <a:gd name="csX0" fmla="*/ 0 w 3706238"/>
              <a:gd name="csY0" fmla="*/ 0 h 2771001"/>
              <a:gd name="csX1" fmla="*/ 691831 w 3706238"/>
              <a:gd name="csY1" fmla="*/ 0 h 2771001"/>
              <a:gd name="csX2" fmla="*/ 1198350 w 3706238"/>
              <a:gd name="csY2" fmla="*/ 0 h 2771001"/>
              <a:gd name="csX3" fmla="*/ 1816057 w 3706238"/>
              <a:gd name="csY3" fmla="*/ 0 h 2771001"/>
              <a:gd name="csX4" fmla="*/ 2322576 w 3706238"/>
              <a:gd name="csY4" fmla="*/ 0 h 2771001"/>
              <a:gd name="csX5" fmla="*/ 2866157 w 3706238"/>
              <a:gd name="csY5" fmla="*/ 0 h 2771001"/>
              <a:gd name="csX6" fmla="*/ 3706238 w 3706238"/>
              <a:gd name="csY6" fmla="*/ 0 h 2771001"/>
              <a:gd name="csX7" fmla="*/ 3706238 w 3706238"/>
              <a:gd name="csY7" fmla="*/ 748170 h 2771001"/>
              <a:gd name="csX8" fmla="*/ 3706238 w 3706238"/>
              <a:gd name="csY8" fmla="*/ 1468631 h 2771001"/>
              <a:gd name="csX9" fmla="*/ 3706238 w 3706238"/>
              <a:gd name="csY9" fmla="*/ 2105961 h 2771001"/>
              <a:gd name="csX10" fmla="*/ 3706238 w 3706238"/>
              <a:gd name="csY10" fmla="*/ 2771001 h 2771001"/>
              <a:gd name="csX11" fmla="*/ 3014407 w 3706238"/>
              <a:gd name="csY11" fmla="*/ 2771001 h 2771001"/>
              <a:gd name="csX12" fmla="*/ 2507888 w 3706238"/>
              <a:gd name="csY12" fmla="*/ 2771001 h 2771001"/>
              <a:gd name="csX13" fmla="*/ 1964306 w 3706238"/>
              <a:gd name="csY13" fmla="*/ 2771001 h 2771001"/>
              <a:gd name="csX14" fmla="*/ 1420725 w 3706238"/>
              <a:gd name="csY14" fmla="*/ 2771001 h 2771001"/>
              <a:gd name="csX15" fmla="*/ 765956 w 3706238"/>
              <a:gd name="csY15" fmla="*/ 2771001 h 2771001"/>
              <a:gd name="csX16" fmla="*/ 0 w 3706238"/>
              <a:gd name="csY16" fmla="*/ 2771001 h 2771001"/>
              <a:gd name="csX17" fmla="*/ 0 w 3706238"/>
              <a:gd name="csY17" fmla="*/ 2161381 h 2771001"/>
              <a:gd name="csX18" fmla="*/ 0 w 3706238"/>
              <a:gd name="csY18" fmla="*/ 1440921 h 2771001"/>
              <a:gd name="csX19" fmla="*/ 0 w 3706238"/>
              <a:gd name="csY19" fmla="*/ 720460 h 2771001"/>
              <a:gd name="csX20" fmla="*/ 0 w 3706238"/>
              <a:gd name="csY20" fmla="*/ 0 h 277100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</a:cxnLst>
            <a:rect l="l" t="t" r="r" b="b"/>
            <a:pathLst>
              <a:path w="3706238" h="2771001" fill="none" extrusionOk="0">
                <a:moveTo>
                  <a:pt x="0" y="0"/>
                </a:moveTo>
                <a:cubicBezTo>
                  <a:pt x="296238" y="1020"/>
                  <a:pt x="500115" y="-22350"/>
                  <a:pt x="691831" y="0"/>
                </a:cubicBezTo>
                <a:cubicBezTo>
                  <a:pt x="883547" y="22350"/>
                  <a:pt x="1074664" y="1686"/>
                  <a:pt x="1198350" y="0"/>
                </a:cubicBezTo>
                <a:cubicBezTo>
                  <a:pt x="1322036" y="-1686"/>
                  <a:pt x="1684143" y="3042"/>
                  <a:pt x="1816057" y="0"/>
                </a:cubicBezTo>
                <a:cubicBezTo>
                  <a:pt x="1947971" y="-3042"/>
                  <a:pt x="2209188" y="12104"/>
                  <a:pt x="2322576" y="0"/>
                </a:cubicBezTo>
                <a:cubicBezTo>
                  <a:pt x="2435964" y="-12104"/>
                  <a:pt x="2655819" y="13438"/>
                  <a:pt x="2866157" y="0"/>
                </a:cubicBezTo>
                <a:cubicBezTo>
                  <a:pt x="3076495" y="-13438"/>
                  <a:pt x="3387669" y="-26671"/>
                  <a:pt x="3706238" y="0"/>
                </a:cubicBezTo>
                <a:cubicBezTo>
                  <a:pt x="3736472" y="357358"/>
                  <a:pt x="3675580" y="445246"/>
                  <a:pt x="3706238" y="748170"/>
                </a:cubicBezTo>
                <a:cubicBezTo>
                  <a:pt x="3736897" y="1051094"/>
                  <a:pt x="3740777" y="1230162"/>
                  <a:pt x="3706238" y="1468631"/>
                </a:cubicBezTo>
                <a:cubicBezTo>
                  <a:pt x="3671699" y="1707100"/>
                  <a:pt x="3676600" y="1813468"/>
                  <a:pt x="3706238" y="2105961"/>
                </a:cubicBezTo>
                <a:cubicBezTo>
                  <a:pt x="3735877" y="2398454"/>
                  <a:pt x="3715869" y="2464157"/>
                  <a:pt x="3706238" y="2771001"/>
                </a:cubicBezTo>
                <a:cubicBezTo>
                  <a:pt x="3526122" y="2759623"/>
                  <a:pt x="3271065" y="2801620"/>
                  <a:pt x="3014407" y="2771001"/>
                </a:cubicBezTo>
                <a:cubicBezTo>
                  <a:pt x="2757749" y="2740382"/>
                  <a:pt x="2759705" y="2746881"/>
                  <a:pt x="2507888" y="2771001"/>
                </a:cubicBezTo>
                <a:cubicBezTo>
                  <a:pt x="2256071" y="2795121"/>
                  <a:pt x="2207322" y="2784011"/>
                  <a:pt x="1964306" y="2771001"/>
                </a:cubicBezTo>
                <a:cubicBezTo>
                  <a:pt x="1721290" y="2757991"/>
                  <a:pt x="1671147" y="2744557"/>
                  <a:pt x="1420725" y="2771001"/>
                </a:cubicBezTo>
                <a:cubicBezTo>
                  <a:pt x="1170303" y="2797445"/>
                  <a:pt x="1038716" y="2754221"/>
                  <a:pt x="765956" y="2771001"/>
                </a:cubicBezTo>
                <a:cubicBezTo>
                  <a:pt x="493196" y="2787781"/>
                  <a:pt x="185930" y="2805054"/>
                  <a:pt x="0" y="2771001"/>
                </a:cubicBezTo>
                <a:cubicBezTo>
                  <a:pt x="26144" y="2603851"/>
                  <a:pt x="-28203" y="2465439"/>
                  <a:pt x="0" y="2161381"/>
                </a:cubicBezTo>
                <a:cubicBezTo>
                  <a:pt x="28203" y="1857323"/>
                  <a:pt x="28791" y="1638225"/>
                  <a:pt x="0" y="1440921"/>
                </a:cubicBezTo>
                <a:cubicBezTo>
                  <a:pt x="-28791" y="1243617"/>
                  <a:pt x="-28388" y="876519"/>
                  <a:pt x="0" y="720460"/>
                </a:cubicBezTo>
                <a:cubicBezTo>
                  <a:pt x="28388" y="564401"/>
                  <a:pt x="-3622" y="250275"/>
                  <a:pt x="0" y="0"/>
                </a:cubicBezTo>
                <a:close/>
              </a:path>
              <a:path w="3706238" h="2771001" stroke="0" extrusionOk="0">
                <a:moveTo>
                  <a:pt x="0" y="0"/>
                </a:moveTo>
                <a:cubicBezTo>
                  <a:pt x="311055" y="23120"/>
                  <a:pt x="452330" y="-26831"/>
                  <a:pt x="654769" y="0"/>
                </a:cubicBezTo>
                <a:cubicBezTo>
                  <a:pt x="857208" y="26831"/>
                  <a:pt x="1149351" y="4139"/>
                  <a:pt x="1346600" y="0"/>
                </a:cubicBezTo>
                <a:cubicBezTo>
                  <a:pt x="1543849" y="-4139"/>
                  <a:pt x="1628669" y="17067"/>
                  <a:pt x="1853119" y="0"/>
                </a:cubicBezTo>
                <a:cubicBezTo>
                  <a:pt x="2077569" y="-17067"/>
                  <a:pt x="2174724" y="658"/>
                  <a:pt x="2470825" y="0"/>
                </a:cubicBezTo>
                <a:cubicBezTo>
                  <a:pt x="2766926" y="-658"/>
                  <a:pt x="2891320" y="-6632"/>
                  <a:pt x="3051469" y="0"/>
                </a:cubicBezTo>
                <a:cubicBezTo>
                  <a:pt x="3211618" y="6632"/>
                  <a:pt x="3440209" y="-24518"/>
                  <a:pt x="3706238" y="0"/>
                </a:cubicBezTo>
                <a:cubicBezTo>
                  <a:pt x="3738288" y="174694"/>
                  <a:pt x="3692092" y="463064"/>
                  <a:pt x="3706238" y="665040"/>
                </a:cubicBezTo>
                <a:cubicBezTo>
                  <a:pt x="3720384" y="867016"/>
                  <a:pt x="3737198" y="1017839"/>
                  <a:pt x="3706238" y="1330080"/>
                </a:cubicBezTo>
                <a:cubicBezTo>
                  <a:pt x="3675278" y="1642321"/>
                  <a:pt x="3731749" y="1791041"/>
                  <a:pt x="3706238" y="1995121"/>
                </a:cubicBezTo>
                <a:cubicBezTo>
                  <a:pt x="3680727" y="2199201"/>
                  <a:pt x="3670867" y="2411094"/>
                  <a:pt x="3706238" y="2771001"/>
                </a:cubicBezTo>
                <a:cubicBezTo>
                  <a:pt x="3463360" y="2785752"/>
                  <a:pt x="3313448" y="2770393"/>
                  <a:pt x="3125594" y="2771001"/>
                </a:cubicBezTo>
                <a:cubicBezTo>
                  <a:pt x="2937740" y="2771609"/>
                  <a:pt x="2639698" y="2768161"/>
                  <a:pt x="2470825" y="2771001"/>
                </a:cubicBezTo>
                <a:cubicBezTo>
                  <a:pt x="2301952" y="2773841"/>
                  <a:pt x="2096969" y="2757011"/>
                  <a:pt x="1964306" y="2771001"/>
                </a:cubicBezTo>
                <a:cubicBezTo>
                  <a:pt x="1831643" y="2784991"/>
                  <a:pt x="1640362" y="2770603"/>
                  <a:pt x="1457787" y="2771001"/>
                </a:cubicBezTo>
                <a:cubicBezTo>
                  <a:pt x="1275212" y="2771399"/>
                  <a:pt x="1074085" y="2799326"/>
                  <a:pt x="840081" y="2771001"/>
                </a:cubicBezTo>
                <a:cubicBezTo>
                  <a:pt x="606077" y="2742676"/>
                  <a:pt x="321627" y="2750924"/>
                  <a:pt x="0" y="2771001"/>
                </a:cubicBezTo>
                <a:cubicBezTo>
                  <a:pt x="-9162" y="2578389"/>
                  <a:pt x="-22062" y="2345841"/>
                  <a:pt x="0" y="2161381"/>
                </a:cubicBezTo>
                <a:cubicBezTo>
                  <a:pt x="22062" y="1976921"/>
                  <a:pt x="6692" y="1816315"/>
                  <a:pt x="0" y="1551761"/>
                </a:cubicBezTo>
                <a:cubicBezTo>
                  <a:pt x="-6692" y="1287207"/>
                  <a:pt x="3466" y="1009709"/>
                  <a:pt x="0" y="831300"/>
                </a:cubicBezTo>
                <a:cubicBezTo>
                  <a:pt x="-3466" y="652891"/>
                  <a:pt x="-40136" y="297903"/>
                  <a:pt x="0" y="0"/>
                </a:cubicBezTo>
                <a:close/>
              </a:path>
            </a:pathLst>
          </a:custGeom>
          <a:ln>
            <a:extLst>
              <a:ext uri="{C807C97D-BFC1-408E-A445-0C87EB9F89A2}">
                <ask:lineSketchStyleProps xmlns:ask="http://schemas.microsoft.com/office/drawing/2018/sketchyshapes" sd="367464159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EE48FEC-284A-F012-C9E4-8740CE6027F1}"/>
              </a:ext>
            </a:extLst>
          </p:cNvPr>
          <p:cNvSpPr/>
          <p:nvPr/>
        </p:nvSpPr>
        <p:spPr>
          <a:xfrm>
            <a:off x="4596222" y="435461"/>
            <a:ext cx="3706238" cy="2771001"/>
          </a:xfrm>
          <a:custGeom>
            <a:avLst/>
            <a:gdLst>
              <a:gd name="csX0" fmla="*/ 0 w 3706238"/>
              <a:gd name="csY0" fmla="*/ 0 h 2771001"/>
              <a:gd name="csX1" fmla="*/ 691831 w 3706238"/>
              <a:gd name="csY1" fmla="*/ 0 h 2771001"/>
              <a:gd name="csX2" fmla="*/ 1198350 w 3706238"/>
              <a:gd name="csY2" fmla="*/ 0 h 2771001"/>
              <a:gd name="csX3" fmla="*/ 1816057 w 3706238"/>
              <a:gd name="csY3" fmla="*/ 0 h 2771001"/>
              <a:gd name="csX4" fmla="*/ 2322576 w 3706238"/>
              <a:gd name="csY4" fmla="*/ 0 h 2771001"/>
              <a:gd name="csX5" fmla="*/ 2866157 w 3706238"/>
              <a:gd name="csY5" fmla="*/ 0 h 2771001"/>
              <a:gd name="csX6" fmla="*/ 3706238 w 3706238"/>
              <a:gd name="csY6" fmla="*/ 0 h 2771001"/>
              <a:gd name="csX7" fmla="*/ 3706238 w 3706238"/>
              <a:gd name="csY7" fmla="*/ 748170 h 2771001"/>
              <a:gd name="csX8" fmla="*/ 3706238 w 3706238"/>
              <a:gd name="csY8" fmla="*/ 1468631 h 2771001"/>
              <a:gd name="csX9" fmla="*/ 3706238 w 3706238"/>
              <a:gd name="csY9" fmla="*/ 2105961 h 2771001"/>
              <a:gd name="csX10" fmla="*/ 3706238 w 3706238"/>
              <a:gd name="csY10" fmla="*/ 2771001 h 2771001"/>
              <a:gd name="csX11" fmla="*/ 3014407 w 3706238"/>
              <a:gd name="csY11" fmla="*/ 2771001 h 2771001"/>
              <a:gd name="csX12" fmla="*/ 2507888 w 3706238"/>
              <a:gd name="csY12" fmla="*/ 2771001 h 2771001"/>
              <a:gd name="csX13" fmla="*/ 1964306 w 3706238"/>
              <a:gd name="csY13" fmla="*/ 2771001 h 2771001"/>
              <a:gd name="csX14" fmla="*/ 1420725 w 3706238"/>
              <a:gd name="csY14" fmla="*/ 2771001 h 2771001"/>
              <a:gd name="csX15" fmla="*/ 765956 w 3706238"/>
              <a:gd name="csY15" fmla="*/ 2771001 h 2771001"/>
              <a:gd name="csX16" fmla="*/ 0 w 3706238"/>
              <a:gd name="csY16" fmla="*/ 2771001 h 2771001"/>
              <a:gd name="csX17" fmla="*/ 0 w 3706238"/>
              <a:gd name="csY17" fmla="*/ 2161381 h 2771001"/>
              <a:gd name="csX18" fmla="*/ 0 w 3706238"/>
              <a:gd name="csY18" fmla="*/ 1440921 h 2771001"/>
              <a:gd name="csX19" fmla="*/ 0 w 3706238"/>
              <a:gd name="csY19" fmla="*/ 720460 h 2771001"/>
              <a:gd name="csX20" fmla="*/ 0 w 3706238"/>
              <a:gd name="csY20" fmla="*/ 0 h 277100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</a:cxnLst>
            <a:rect l="l" t="t" r="r" b="b"/>
            <a:pathLst>
              <a:path w="3706238" h="2771001" fill="none" extrusionOk="0">
                <a:moveTo>
                  <a:pt x="0" y="0"/>
                </a:moveTo>
                <a:cubicBezTo>
                  <a:pt x="296238" y="1020"/>
                  <a:pt x="500115" y="-22350"/>
                  <a:pt x="691831" y="0"/>
                </a:cubicBezTo>
                <a:cubicBezTo>
                  <a:pt x="883547" y="22350"/>
                  <a:pt x="1074664" y="1686"/>
                  <a:pt x="1198350" y="0"/>
                </a:cubicBezTo>
                <a:cubicBezTo>
                  <a:pt x="1322036" y="-1686"/>
                  <a:pt x="1684143" y="3042"/>
                  <a:pt x="1816057" y="0"/>
                </a:cubicBezTo>
                <a:cubicBezTo>
                  <a:pt x="1947971" y="-3042"/>
                  <a:pt x="2209188" y="12104"/>
                  <a:pt x="2322576" y="0"/>
                </a:cubicBezTo>
                <a:cubicBezTo>
                  <a:pt x="2435964" y="-12104"/>
                  <a:pt x="2655819" y="13438"/>
                  <a:pt x="2866157" y="0"/>
                </a:cubicBezTo>
                <a:cubicBezTo>
                  <a:pt x="3076495" y="-13438"/>
                  <a:pt x="3387669" y="-26671"/>
                  <a:pt x="3706238" y="0"/>
                </a:cubicBezTo>
                <a:cubicBezTo>
                  <a:pt x="3736472" y="357358"/>
                  <a:pt x="3675580" y="445246"/>
                  <a:pt x="3706238" y="748170"/>
                </a:cubicBezTo>
                <a:cubicBezTo>
                  <a:pt x="3736897" y="1051094"/>
                  <a:pt x="3740777" y="1230162"/>
                  <a:pt x="3706238" y="1468631"/>
                </a:cubicBezTo>
                <a:cubicBezTo>
                  <a:pt x="3671699" y="1707100"/>
                  <a:pt x="3676600" y="1813468"/>
                  <a:pt x="3706238" y="2105961"/>
                </a:cubicBezTo>
                <a:cubicBezTo>
                  <a:pt x="3735877" y="2398454"/>
                  <a:pt x="3715869" y="2464157"/>
                  <a:pt x="3706238" y="2771001"/>
                </a:cubicBezTo>
                <a:cubicBezTo>
                  <a:pt x="3526122" y="2759623"/>
                  <a:pt x="3271065" y="2801620"/>
                  <a:pt x="3014407" y="2771001"/>
                </a:cubicBezTo>
                <a:cubicBezTo>
                  <a:pt x="2757749" y="2740382"/>
                  <a:pt x="2759705" y="2746881"/>
                  <a:pt x="2507888" y="2771001"/>
                </a:cubicBezTo>
                <a:cubicBezTo>
                  <a:pt x="2256071" y="2795121"/>
                  <a:pt x="2207322" y="2784011"/>
                  <a:pt x="1964306" y="2771001"/>
                </a:cubicBezTo>
                <a:cubicBezTo>
                  <a:pt x="1721290" y="2757991"/>
                  <a:pt x="1671147" y="2744557"/>
                  <a:pt x="1420725" y="2771001"/>
                </a:cubicBezTo>
                <a:cubicBezTo>
                  <a:pt x="1170303" y="2797445"/>
                  <a:pt x="1038716" y="2754221"/>
                  <a:pt x="765956" y="2771001"/>
                </a:cubicBezTo>
                <a:cubicBezTo>
                  <a:pt x="493196" y="2787781"/>
                  <a:pt x="185930" y="2805054"/>
                  <a:pt x="0" y="2771001"/>
                </a:cubicBezTo>
                <a:cubicBezTo>
                  <a:pt x="26144" y="2603851"/>
                  <a:pt x="-28203" y="2465439"/>
                  <a:pt x="0" y="2161381"/>
                </a:cubicBezTo>
                <a:cubicBezTo>
                  <a:pt x="28203" y="1857323"/>
                  <a:pt x="28791" y="1638225"/>
                  <a:pt x="0" y="1440921"/>
                </a:cubicBezTo>
                <a:cubicBezTo>
                  <a:pt x="-28791" y="1243617"/>
                  <a:pt x="-28388" y="876519"/>
                  <a:pt x="0" y="720460"/>
                </a:cubicBezTo>
                <a:cubicBezTo>
                  <a:pt x="28388" y="564401"/>
                  <a:pt x="-3622" y="250275"/>
                  <a:pt x="0" y="0"/>
                </a:cubicBezTo>
                <a:close/>
              </a:path>
              <a:path w="3706238" h="2771001" stroke="0" extrusionOk="0">
                <a:moveTo>
                  <a:pt x="0" y="0"/>
                </a:moveTo>
                <a:cubicBezTo>
                  <a:pt x="311055" y="23120"/>
                  <a:pt x="452330" y="-26831"/>
                  <a:pt x="654769" y="0"/>
                </a:cubicBezTo>
                <a:cubicBezTo>
                  <a:pt x="857208" y="26831"/>
                  <a:pt x="1149351" y="4139"/>
                  <a:pt x="1346600" y="0"/>
                </a:cubicBezTo>
                <a:cubicBezTo>
                  <a:pt x="1543849" y="-4139"/>
                  <a:pt x="1628669" y="17067"/>
                  <a:pt x="1853119" y="0"/>
                </a:cubicBezTo>
                <a:cubicBezTo>
                  <a:pt x="2077569" y="-17067"/>
                  <a:pt x="2174724" y="658"/>
                  <a:pt x="2470825" y="0"/>
                </a:cubicBezTo>
                <a:cubicBezTo>
                  <a:pt x="2766926" y="-658"/>
                  <a:pt x="2891320" y="-6632"/>
                  <a:pt x="3051469" y="0"/>
                </a:cubicBezTo>
                <a:cubicBezTo>
                  <a:pt x="3211618" y="6632"/>
                  <a:pt x="3440209" y="-24518"/>
                  <a:pt x="3706238" y="0"/>
                </a:cubicBezTo>
                <a:cubicBezTo>
                  <a:pt x="3738288" y="174694"/>
                  <a:pt x="3692092" y="463064"/>
                  <a:pt x="3706238" y="665040"/>
                </a:cubicBezTo>
                <a:cubicBezTo>
                  <a:pt x="3720384" y="867016"/>
                  <a:pt x="3737198" y="1017839"/>
                  <a:pt x="3706238" y="1330080"/>
                </a:cubicBezTo>
                <a:cubicBezTo>
                  <a:pt x="3675278" y="1642321"/>
                  <a:pt x="3731749" y="1791041"/>
                  <a:pt x="3706238" y="1995121"/>
                </a:cubicBezTo>
                <a:cubicBezTo>
                  <a:pt x="3680727" y="2199201"/>
                  <a:pt x="3670867" y="2411094"/>
                  <a:pt x="3706238" y="2771001"/>
                </a:cubicBezTo>
                <a:cubicBezTo>
                  <a:pt x="3463360" y="2785752"/>
                  <a:pt x="3313448" y="2770393"/>
                  <a:pt x="3125594" y="2771001"/>
                </a:cubicBezTo>
                <a:cubicBezTo>
                  <a:pt x="2937740" y="2771609"/>
                  <a:pt x="2639698" y="2768161"/>
                  <a:pt x="2470825" y="2771001"/>
                </a:cubicBezTo>
                <a:cubicBezTo>
                  <a:pt x="2301952" y="2773841"/>
                  <a:pt x="2096969" y="2757011"/>
                  <a:pt x="1964306" y="2771001"/>
                </a:cubicBezTo>
                <a:cubicBezTo>
                  <a:pt x="1831643" y="2784991"/>
                  <a:pt x="1640362" y="2770603"/>
                  <a:pt x="1457787" y="2771001"/>
                </a:cubicBezTo>
                <a:cubicBezTo>
                  <a:pt x="1275212" y="2771399"/>
                  <a:pt x="1074085" y="2799326"/>
                  <a:pt x="840081" y="2771001"/>
                </a:cubicBezTo>
                <a:cubicBezTo>
                  <a:pt x="606077" y="2742676"/>
                  <a:pt x="321627" y="2750924"/>
                  <a:pt x="0" y="2771001"/>
                </a:cubicBezTo>
                <a:cubicBezTo>
                  <a:pt x="-9162" y="2578389"/>
                  <a:pt x="-22062" y="2345841"/>
                  <a:pt x="0" y="2161381"/>
                </a:cubicBezTo>
                <a:cubicBezTo>
                  <a:pt x="22062" y="1976921"/>
                  <a:pt x="6692" y="1816315"/>
                  <a:pt x="0" y="1551761"/>
                </a:cubicBezTo>
                <a:cubicBezTo>
                  <a:pt x="-6692" y="1287207"/>
                  <a:pt x="3466" y="1009709"/>
                  <a:pt x="0" y="831300"/>
                </a:cubicBezTo>
                <a:cubicBezTo>
                  <a:pt x="-3466" y="652891"/>
                  <a:pt x="-40136" y="297903"/>
                  <a:pt x="0" y="0"/>
                </a:cubicBezTo>
                <a:close/>
              </a:path>
            </a:pathLst>
          </a:custGeom>
          <a:ln>
            <a:extLst>
              <a:ext uri="{C807C97D-BFC1-408E-A445-0C87EB9F89A2}">
                <ask:lineSketchStyleProps xmlns:ask="http://schemas.microsoft.com/office/drawing/2018/sketchyshapes" sd="367464159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EBF3E81-82AA-7130-AD18-645947FC1547}"/>
              </a:ext>
            </a:extLst>
          </p:cNvPr>
          <p:cNvSpPr/>
          <p:nvPr/>
        </p:nvSpPr>
        <p:spPr>
          <a:xfrm>
            <a:off x="437745" y="408562"/>
            <a:ext cx="3706238" cy="5943600"/>
          </a:xfrm>
          <a:custGeom>
            <a:avLst/>
            <a:gdLst>
              <a:gd name="csX0" fmla="*/ 0 w 3706238"/>
              <a:gd name="csY0" fmla="*/ 0 h 5943600"/>
              <a:gd name="csX1" fmla="*/ 580644 w 3706238"/>
              <a:gd name="csY1" fmla="*/ 0 h 5943600"/>
              <a:gd name="csX2" fmla="*/ 1161288 w 3706238"/>
              <a:gd name="csY2" fmla="*/ 0 h 5943600"/>
              <a:gd name="csX3" fmla="*/ 1667807 w 3706238"/>
              <a:gd name="csY3" fmla="*/ 0 h 5943600"/>
              <a:gd name="csX4" fmla="*/ 2211389 w 3706238"/>
              <a:gd name="csY4" fmla="*/ 0 h 5943600"/>
              <a:gd name="csX5" fmla="*/ 2792033 w 3706238"/>
              <a:gd name="csY5" fmla="*/ 0 h 5943600"/>
              <a:gd name="csX6" fmla="*/ 3706238 w 3706238"/>
              <a:gd name="csY6" fmla="*/ 0 h 5943600"/>
              <a:gd name="csX7" fmla="*/ 3706238 w 3706238"/>
              <a:gd name="csY7" fmla="*/ 779272 h 5943600"/>
              <a:gd name="csX8" fmla="*/ 3706238 w 3706238"/>
              <a:gd name="csY8" fmla="*/ 1499108 h 5943600"/>
              <a:gd name="csX9" fmla="*/ 3706238 w 3706238"/>
              <a:gd name="csY9" fmla="*/ 2100072 h 5943600"/>
              <a:gd name="csX10" fmla="*/ 3706238 w 3706238"/>
              <a:gd name="csY10" fmla="*/ 2819908 h 5943600"/>
              <a:gd name="csX11" fmla="*/ 3706238 w 3706238"/>
              <a:gd name="csY11" fmla="*/ 3599180 h 5943600"/>
              <a:gd name="csX12" fmla="*/ 3706238 w 3706238"/>
              <a:gd name="csY12" fmla="*/ 4140708 h 5943600"/>
              <a:gd name="csX13" fmla="*/ 3706238 w 3706238"/>
              <a:gd name="csY13" fmla="*/ 4741672 h 5943600"/>
              <a:gd name="csX14" fmla="*/ 3706238 w 3706238"/>
              <a:gd name="csY14" fmla="*/ 5223764 h 5943600"/>
              <a:gd name="csX15" fmla="*/ 3706238 w 3706238"/>
              <a:gd name="csY15" fmla="*/ 5943600 h 5943600"/>
              <a:gd name="csX16" fmla="*/ 3199719 w 3706238"/>
              <a:gd name="csY16" fmla="*/ 5943600 h 5943600"/>
              <a:gd name="csX17" fmla="*/ 2619075 w 3706238"/>
              <a:gd name="csY17" fmla="*/ 5943600 h 5943600"/>
              <a:gd name="csX18" fmla="*/ 1964306 w 3706238"/>
              <a:gd name="csY18" fmla="*/ 5943600 h 5943600"/>
              <a:gd name="csX19" fmla="*/ 1420725 w 3706238"/>
              <a:gd name="csY19" fmla="*/ 5943600 h 5943600"/>
              <a:gd name="csX20" fmla="*/ 914205 w 3706238"/>
              <a:gd name="csY20" fmla="*/ 5943600 h 5943600"/>
              <a:gd name="csX21" fmla="*/ 0 w 3706238"/>
              <a:gd name="csY21" fmla="*/ 5943600 h 5943600"/>
              <a:gd name="csX22" fmla="*/ 0 w 3706238"/>
              <a:gd name="csY22" fmla="*/ 5461508 h 5943600"/>
              <a:gd name="csX23" fmla="*/ 0 w 3706238"/>
              <a:gd name="csY23" fmla="*/ 4860544 h 5943600"/>
              <a:gd name="csX24" fmla="*/ 0 w 3706238"/>
              <a:gd name="csY24" fmla="*/ 4081272 h 5943600"/>
              <a:gd name="csX25" fmla="*/ 0 w 3706238"/>
              <a:gd name="csY25" fmla="*/ 3599180 h 5943600"/>
              <a:gd name="csX26" fmla="*/ 0 w 3706238"/>
              <a:gd name="csY26" fmla="*/ 2819908 h 5943600"/>
              <a:gd name="csX27" fmla="*/ 0 w 3706238"/>
              <a:gd name="csY27" fmla="*/ 2040636 h 5943600"/>
              <a:gd name="csX28" fmla="*/ 0 w 3706238"/>
              <a:gd name="csY28" fmla="*/ 1499108 h 5943600"/>
              <a:gd name="csX29" fmla="*/ 0 w 3706238"/>
              <a:gd name="csY29" fmla="*/ 779272 h 5943600"/>
              <a:gd name="csX30" fmla="*/ 0 w 3706238"/>
              <a:gd name="csY30" fmla="*/ 0 h 59436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</a:cxnLst>
            <a:rect l="l" t="t" r="r" b="b"/>
            <a:pathLst>
              <a:path w="3706238" h="5943600" fill="none" extrusionOk="0">
                <a:moveTo>
                  <a:pt x="0" y="0"/>
                </a:moveTo>
                <a:cubicBezTo>
                  <a:pt x="268514" y="25306"/>
                  <a:pt x="444867" y="14019"/>
                  <a:pt x="580644" y="0"/>
                </a:cubicBezTo>
                <a:cubicBezTo>
                  <a:pt x="716421" y="-14019"/>
                  <a:pt x="931664" y="-8284"/>
                  <a:pt x="1161288" y="0"/>
                </a:cubicBezTo>
                <a:cubicBezTo>
                  <a:pt x="1390912" y="8284"/>
                  <a:pt x="1474278" y="2917"/>
                  <a:pt x="1667807" y="0"/>
                </a:cubicBezTo>
                <a:cubicBezTo>
                  <a:pt x="1861336" y="-2917"/>
                  <a:pt x="2021167" y="13918"/>
                  <a:pt x="2211389" y="0"/>
                </a:cubicBezTo>
                <a:cubicBezTo>
                  <a:pt x="2401611" y="-13918"/>
                  <a:pt x="2643232" y="8072"/>
                  <a:pt x="2792033" y="0"/>
                </a:cubicBezTo>
                <a:cubicBezTo>
                  <a:pt x="2940834" y="-8072"/>
                  <a:pt x="3371770" y="43621"/>
                  <a:pt x="3706238" y="0"/>
                </a:cubicBezTo>
                <a:cubicBezTo>
                  <a:pt x="3721035" y="317350"/>
                  <a:pt x="3697865" y="445664"/>
                  <a:pt x="3706238" y="779272"/>
                </a:cubicBezTo>
                <a:cubicBezTo>
                  <a:pt x="3714611" y="1112880"/>
                  <a:pt x="3727328" y="1147079"/>
                  <a:pt x="3706238" y="1499108"/>
                </a:cubicBezTo>
                <a:cubicBezTo>
                  <a:pt x="3685148" y="1851137"/>
                  <a:pt x="3723083" y="1944761"/>
                  <a:pt x="3706238" y="2100072"/>
                </a:cubicBezTo>
                <a:cubicBezTo>
                  <a:pt x="3689393" y="2255383"/>
                  <a:pt x="3720576" y="2553604"/>
                  <a:pt x="3706238" y="2819908"/>
                </a:cubicBezTo>
                <a:cubicBezTo>
                  <a:pt x="3691900" y="3086212"/>
                  <a:pt x="3707237" y="3339772"/>
                  <a:pt x="3706238" y="3599180"/>
                </a:cubicBezTo>
                <a:cubicBezTo>
                  <a:pt x="3705239" y="3858588"/>
                  <a:pt x="3726808" y="3985988"/>
                  <a:pt x="3706238" y="4140708"/>
                </a:cubicBezTo>
                <a:cubicBezTo>
                  <a:pt x="3685668" y="4295428"/>
                  <a:pt x="3717342" y="4541794"/>
                  <a:pt x="3706238" y="4741672"/>
                </a:cubicBezTo>
                <a:cubicBezTo>
                  <a:pt x="3695134" y="4941550"/>
                  <a:pt x="3726082" y="5067903"/>
                  <a:pt x="3706238" y="5223764"/>
                </a:cubicBezTo>
                <a:cubicBezTo>
                  <a:pt x="3686394" y="5379625"/>
                  <a:pt x="3694649" y="5617488"/>
                  <a:pt x="3706238" y="5943600"/>
                </a:cubicBezTo>
                <a:cubicBezTo>
                  <a:pt x="3557234" y="5934060"/>
                  <a:pt x="3390245" y="5933507"/>
                  <a:pt x="3199719" y="5943600"/>
                </a:cubicBezTo>
                <a:cubicBezTo>
                  <a:pt x="3009193" y="5953693"/>
                  <a:pt x="2777806" y="5969562"/>
                  <a:pt x="2619075" y="5943600"/>
                </a:cubicBezTo>
                <a:cubicBezTo>
                  <a:pt x="2460344" y="5917638"/>
                  <a:pt x="2143347" y="5922622"/>
                  <a:pt x="1964306" y="5943600"/>
                </a:cubicBezTo>
                <a:cubicBezTo>
                  <a:pt x="1785265" y="5964578"/>
                  <a:pt x="1592429" y="5935749"/>
                  <a:pt x="1420725" y="5943600"/>
                </a:cubicBezTo>
                <a:cubicBezTo>
                  <a:pt x="1249021" y="5951451"/>
                  <a:pt x="1039065" y="5934388"/>
                  <a:pt x="914205" y="5943600"/>
                </a:cubicBezTo>
                <a:cubicBezTo>
                  <a:pt x="789345" y="5952812"/>
                  <a:pt x="251002" y="5913814"/>
                  <a:pt x="0" y="5943600"/>
                </a:cubicBezTo>
                <a:cubicBezTo>
                  <a:pt x="6170" y="5778671"/>
                  <a:pt x="-16506" y="5565409"/>
                  <a:pt x="0" y="5461508"/>
                </a:cubicBezTo>
                <a:cubicBezTo>
                  <a:pt x="16506" y="5357607"/>
                  <a:pt x="17868" y="5123518"/>
                  <a:pt x="0" y="4860544"/>
                </a:cubicBezTo>
                <a:cubicBezTo>
                  <a:pt x="-17868" y="4597570"/>
                  <a:pt x="-4290" y="4440588"/>
                  <a:pt x="0" y="4081272"/>
                </a:cubicBezTo>
                <a:cubicBezTo>
                  <a:pt x="4290" y="3721956"/>
                  <a:pt x="22760" y="3824095"/>
                  <a:pt x="0" y="3599180"/>
                </a:cubicBezTo>
                <a:cubicBezTo>
                  <a:pt x="-22760" y="3374265"/>
                  <a:pt x="-758" y="3201502"/>
                  <a:pt x="0" y="2819908"/>
                </a:cubicBezTo>
                <a:cubicBezTo>
                  <a:pt x="758" y="2438314"/>
                  <a:pt x="1712" y="2387997"/>
                  <a:pt x="0" y="2040636"/>
                </a:cubicBezTo>
                <a:cubicBezTo>
                  <a:pt x="-1712" y="1693275"/>
                  <a:pt x="-17945" y="1763031"/>
                  <a:pt x="0" y="1499108"/>
                </a:cubicBezTo>
                <a:cubicBezTo>
                  <a:pt x="17945" y="1235185"/>
                  <a:pt x="-14580" y="1055302"/>
                  <a:pt x="0" y="779272"/>
                </a:cubicBezTo>
                <a:cubicBezTo>
                  <a:pt x="14580" y="503242"/>
                  <a:pt x="15889" y="200532"/>
                  <a:pt x="0" y="0"/>
                </a:cubicBezTo>
                <a:close/>
              </a:path>
              <a:path w="3706238" h="5943600" stroke="0" extrusionOk="0">
                <a:moveTo>
                  <a:pt x="0" y="0"/>
                </a:moveTo>
                <a:cubicBezTo>
                  <a:pt x="311055" y="23120"/>
                  <a:pt x="452330" y="-26831"/>
                  <a:pt x="654769" y="0"/>
                </a:cubicBezTo>
                <a:cubicBezTo>
                  <a:pt x="857208" y="26831"/>
                  <a:pt x="1149351" y="4139"/>
                  <a:pt x="1346600" y="0"/>
                </a:cubicBezTo>
                <a:cubicBezTo>
                  <a:pt x="1543849" y="-4139"/>
                  <a:pt x="1628669" y="17067"/>
                  <a:pt x="1853119" y="0"/>
                </a:cubicBezTo>
                <a:cubicBezTo>
                  <a:pt x="2077569" y="-17067"/>
                  <a:pt x="2174724" y="658"/>
                  <a:pt x="2470825" y="0"/>
                </a:cubicBezTo>
                <a:cubicBezTo>
                  <a:pt x="2766926" y="-658"/>
                  <a:pt x="2891320" y="-6632"/>
                  <a:pt x="3051469" y="0"/>
                </a:cubicBezTo>
                <a:cubicBezTo>
                  <a:pt x="3211618" y="6632"/>
                  <a:pt x="3440209" y="-24518"/>
                  <a:pt x="3706238" y="0"/>
                </a:cubicBezTo>
                <a:cubicBezTo>
                  <a:pt x="3736166" y="243330"/>
                  <a:pt x="3676617" y="319196"/>
                  <a:pt x="3706238" y="600964"/>
                </a:cubicBezTo>
                <a:cubicBezTo>
                  <a:pt x="3735859" y="882732"/>
                  <a:pt x="3720904" y="1047242"/>
                  <a:pt x="3706238" y="1201928"/>
                </a:cubicBezTo>
                <a:cubicBezTo>
                  <a:pt x="3691572" y="1356614"/>
                  <a:pt x="3689456" y="1603326"/>
                  <a:pt x="3706238" y="1802892"/>
                </a:cubicBezTo>
                <a:cubicBezTo>
                  <a:pt x="3723020" y="2002458"/>
                  <a:pt x="3729635" y="2261609"/>
                  <a:pt x="3706238" y="2403856"/>
                </a:cubicBezTo>
                <a:cubicBezTo>
                  <a:pt x="3682841" y="2546103"/>
                  <a:pt x="3714843" y="2881410"/>
                  <a:pt x="3706238" y="3004820"/>
                </a:cubicBezTo>
                <a:cubicBezTo>
                  <a:pt x="3697633" y="3128230"/>
                  <a:pt x="3668582" y="3614340"/>
                  <a:pt x="3706238" y="3784092"/>
                </a:cubicBezTo>
                <a:cubicBezTo>
                  <a:pt x="3743894" y="3953844"/>
                  <a:pt x="3690617" y="4354848"/>
                  <a:pt x="3706238" y="4563364"/>
                </a:cubicBezTo>
                <a:cubicBezTo>
                  <a:pt x="3721859" y="4771880"/>
                  <a:pt x="3698395" y="5112248"/>
                  <a:pt x="3706238" y="5283200"/>
                </a:cubicBezTo>
                <a:cubicBezTo>
                  <a:pt x="3714081" y="5454152"/>
                  <a:pt x="3718719" y="5793908"/>
                  <a:pt x="3706238" y="5943600"/>
                </a:cubicBezTo>
                <a:cubicBezTo>
                  <a:pt x="3404081" y="5946614"/>
                  <a:pt x="3263472" y="5943868"/>
                  <a:pt x="3088532" y="5943600"/>
                </a:cubicBezTo>
                <a:cubicBezTo>
                  <a:pt x="2913592" y="5943332"/>
                  <a:pt x="2686257" y="5968633"/>
                  <a:pt x="2582012" y="5943600"/>
                </a:cubicBezTo>
                <a:cubicBezTo>
                  <a:pt x="2477767" y="5918567"/>
                  <a:pt x="2242722" y="5921396"/>
                  <a:pt x="2075493" y="5943600"/>
                </a:cubicBezTo>
                <a:cubicBezTo>
                  <a:pt x="1908264" y="5965804"/>
                  <a:pt x="1656882" y="5958077"/>
                  <a:pt x="1457787" y="5943600"/>
                </a:cubicBezTo>
                <a:cubicBezTo>
                  <a:pt x="1258692" y="5929123"/>
                  <a:pt x="1088431" y="5952787"/>
                  <a:pt x="765956" y="5943600"/>
                </a:cubicBezTo>
                <a:cubicBezTo>
                  <a:pt x="443481" y="5934413"/>
                  <a:pt x="228008" y="5924028"/>
                  <a:pt x="0" y="5943600"/>
                </a:cubicBezTo>
                <a:cubicBezTo>
                  <a:pt x="-9388" y="5796420"/>
                  <a:pt x="5791" y="5594353"/>
                  <a:pt x="0" y="5461508"/>
                </a:cubicBezTo>
                <a:cubicBezTo>
                  <a:pt x="-5791" y="5328663"/>
                  <a:pt x="3239" y="5075164"/>
                  <a:pt x="0" y="4801108"/>
                </a:cubicBezTo>
                <a:cubicBezTo>
                  <a:pt x="-3239" y="4527052"/>
                  <a:pt x="7880" y="4301418"/>
                  <a:pt x="0" y="4140708"/>
                </a:cubicBezTo>
                <a:cubicBezTo>
                  <a:pt x="-7880" y="3979998"/>
                  <a:pt x="-11648" y="3677230"/>
                  <a:pt x="0" y="3361436"/>
                </a:cubicBezTo>
                <a:cubicBezTo>
                  <a:pt x="11648" y="3045642"/>
                  <a:pt x="-15666" y="2880977"/>
                  <a:pt x="0" y="2641600"/>
                </a:cubicBezTo>
                <a:cubicBezTo>
                  <a:pt x="15666" y="2402223"/>
                  <a:pt x="24186" y="2194219"/>
                  <a:pt x="0" y="1862328"/>
                </a:cubicBezTo>
                <a:cubicBezTo>
                  <a:pt x="-24186" y="1530437"/>
                  <a:pt x="-5100" y="1574820"/>
                  <a:pt x="0" y="1380236"/>
                </a:cubicBezTo>
                <a:cubicBezTo>
                  <a:pt x="5100" y="1185652"/>
                  <a:pt x="-2252" y="1029683"/>
                  <a:pt x="0" y="898144"/>
                </a:cubicBezTo>
                <a:cubicBezTo>
                  <a:pt x="2252" y="766605"/>
                  <a:pt x="15191" y="390706"/>
                  <a:pt x="0" y="0"/>
                </a:cubicBezTo>
                <a:close/>
              </a:path>
            </a:pathLst>
          </a:custGeom>
          <a:ln>
            <a:extLst>
              <a:ext uri="{C807C97D-BFC1-408E-A445-0C87EB9F89A2}">
                <ask:lineSketchStyleProps xmlns:ask="http://schemas.microsoft.com/office/drawing/2018/sketchyshapes" sd="367464159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93E9CD7-7E73-FB73-D8A2-CDF3D47D9A7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5625" y="4797591"/>
            <a:ext cx="2122589" cy="127061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4BC6F97E-8E05-49ED-641F-80E401C8B39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5624" y="1477448"/>
            <a:ext cx="2122589" cy="127061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21BC12E-DEDB-7CE9-E0E1-14F09E38645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81386" y="3007701"/>
            <a:ext cx="2122589" cy="1270615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30C602DA-D94E-7EE9-07B0-4CED74234D36}"/>
              </a:ext>
            </a:extLst>
          </p:cNvPr>
          <p:cNvSpPr txBox="1"/>
          <p:nvPr/>
        </p:nvSpPr>
        <p:spPr>
          <a:xfrm>
            <a:off x="480130" y="548639"/>
            <a:ext cx="345576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Multiple micro:bits send  motion capture data via radio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531B3302-9B3E-C12F-873D-F185CCA3FDA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79500" y="1778359"/>
            <a:ext cx="1263235" cy="1263235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94A12EE1-C6F6-809C-A967-ABF3C4619765}"/>
              </a:ext>
            </a:extLst>
          </p:cNvPr>
          <p:cNvSpPr txBox="1"/>
          <p:nvPr/>
        </p:nvSpPr>
        <p:spPr>
          <a:xfrm>
            <a:off x="4721458" y="493395"/>
            <a:ext cx="345576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One micro:bit receives radio data, processes accelerometer values and streams motion capture data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D756C068-7CCB-2070-E002-6CE56405D53F}"/>
              </a:ext>
            </a:extLst>
          </p:cNvPr>
          <p:cNvPicPr>
            <a:picLocks noChangeAspect="1"/>
          </p:cNvPicPr>
          <p:nvPr/>
        </p:nvPicPr>
        <p:blipFill>
          <a:blip r:embed="rId4">
            <a:grayscl/>
          </a:blip>
          <a:stretch>
            <a:fillRect/>
          </a:stretch>
        </p:blipFill>
        <p:spPr>
          <a:xfrm>
            <a:off x="6685264" y="1831726"/>
            <a:ext cx="1420914" cy="1070513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A35ABAD2-4F0A-9990-A8F9-70D520E8728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30930" y="5465390"/>
            <a:ext cx="688095" cy="891974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6B1CBB6E-6A25-8444-D820-1A5C079CF59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18083" y="3866222"/>
            <a:ext cx="688095" cy="891974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07E78A90-62C6-96DE-4DFA-B953BDE132D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68834" y="5158835"/>
            <a:ext cx="688095" cy="891974"/>
          </a:xfrm>
          <a:prstGeom prst="rect">
            <a:avLst/>
          </a:prstGeom>
        </p:spPr>
      </p:pic>
      <p:sp>
        <p:nvSpPr>
          <p:cNvPr id="25" name="TextBox 24">
            <a:extLst>
              <a:ext uri="{FF2B5EF4-FFF2-40B4-BE49-F238E27FC236}">
                <a16:creationId xmlns:a16="http://schemas.microsoft.com/office/drawing/2014/main" id="{117DAE23-C167-5966-DE0A-CAC19DFA1285}"/>
              </a:ext>
            </a:extLst>
          </p:cNvPr>
          <p:cNvSpPr txBox="1"/>
          <p:nvPr/>
        </p:nvSpPr>
        <p:spPr>
          <a:xfrm>
            <a:off x="4595007" y="3690327"/>
            <a:ext cx="2894122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Multiple people running Blender can control 3d objects (position and rotation) using live streamed motion capture data</a:t>
            </a:r>
          </a:p>
        </p:txBody>
      </p:sp>
      <p:sp>
        <p:nvSpPr>
          <p:cNvPr id="2" name="Arrow: Right 1">
            <a:extLst>
              <a:ext uri="{FF2B5EF4-FFF2-40B4-BE49-F238E27FC236}">
                <a16:creationId xmlns:a16="http://schemas.microsoft.com/office/drawing/2014/main" id="{688D6313-C61A-3096-CD3B-0D59B1F1DD19}"/>
              </a:ext>
            </a:extLst>
          </p:cNvPr>
          <p:cNvSpPr/>
          <p:nvPr/>
        </p:nvSpPr>
        <p:spPr>
          <a:xfrm>
            <a:off x="3997807" y="1358947"/>
            <a:ext cx="774145" cy="462014"/>
          </a:xfrm>
          <a:prstGeom prst="rightArrow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" name="Arrow: Right 2">
            <a:extLst>
              <a:ext uri="{FF2B5EF4-FFF2-40B4-BE49-F238E27FC236}">
                <a16:creationId xmlns:a16="http://schemas.microsoft.com/office/drawing/2014/main" id="{02D02F8D-F198-3F6C-4FB8-F3E2C8CCB62F}"/>
              </a:ext>
            </a:extLst>
          </p:cNvPr>
          <p:cNvSpPr/>
          <p:nvPr/>
        </p:nvSpPr>
        <p:spPr>
          <a:xfrm rot="5400000">
            <a:off x="5894218" y="3101246"/>
            <a:ext cx="774145" cy="462014"/>
          </a:xfrm>
          <a:prstGeom prst="rightArrow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3153884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1181</TotalTime>
  <Words>45</Words>
  <Application>Microsoft Office PowerPoint</Application>
  <PresentationFormat>Widescreen</PresentationFormat>
  <Paragraphs>3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Dring, Mr P</dc:creator>
  <cp:lastModifiedBy>Dring, Mr P</cp:lastModifiedBy>
  <cp:revision>2</cp:revision>
  <cp:lastPrinted>2026-07-16T13:50:15Z</cp:lastPrinted>
  <dcterms:created xsi:type="dcterms:W3CDTF">2026-07-16T13:26:59Z</dcterms:created>
  <dcterms:modified xsi:type="dcterms:W3CDTF">2026-07-17T09:15:26Z</dcterms:modified>
</cp:coreProperties>
</file>